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09EA3F-F42A-40AA-AA15-DBEE537228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B12F6A-BFFD-4555-9562-4F583283CBF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43235BC-F1D1-4AFF-97DC-8F76E36B34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1275C54-E265-442F-911B-F7E2D79F9B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5D9EEA4-5F52-4EAC-9EBF-0ACF7A59DE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3D9E06F1-AC74-4982-A3D6-0301EFBA1F2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607E3776-2BA4-48A9-97C5-C26FD808307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0ED6D04-0AA4-4945-B300-8A40EA9031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D590C8EB-F3F2-409C-9C93-16ED2110187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2A5B78F9-BEF2-4F9B-9B87-8377A2C636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3DCA21A3-428D-4952-9017-9C9D4188BC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CB3658B-6D11-42E9-9E79-CFDA43611A7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F5E563-6E92-4A21-A884-BDE50B8014D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557E84-3F5A-475C-A393-F4043AD43E9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6C5BDF0-55C4-40F0-91B3-862FD7773F5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4B8739-528E-4563-BE0F-6E16840A48F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7B121FB-6178-47A9-849E-1EF8D5B84BF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1D2441D-443D-486F-851A-928D65729E6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FA01922-DCEE-4970-9223-A0B856F2A4B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036933-73AE-4867-9EBD-7930D65FDF9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4FFD6A8-DCB5-4888-AB44-7DCC14E4169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81DFE6-9A74-41E4-98B5-4998D1E7F1C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Python PPTX Demo Presentation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Generated with python-pptx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February 10, 2026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Introduction to python-pptx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Key Features: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Create PowerPoint presentations programmatically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Add slides, text, images, charts, and tables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Format text, shapes, and layouts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No Microsoft Office required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1995480" y="457200"/>
            <a:ext cx="5152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003366"/>
                </a:solidFill>
                <a:latin typeface="Calibri"/>
              </a:rPr>
              <a:t>Adding Custom Text Boxes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2144160" y="1371600"/>
            <a:ext cx="485532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You can position text boxes anywhere on the slide: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Use Inches() for precise positioning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Control width and height of boxes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Apply custom formatting to text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Python-pptx Capabilities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What you can create: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Professional business presentations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Academic and research presentations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Automated report generation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Data visualization with charts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Image galleries and portfolios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Training materials and tutorials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Example Data Table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78" name="Table 2"/>
          <p:cNvGraphicFramePr/>
          <p:nvPr/>
        </p:nvGraphicFramePr>
        <p:xfrm>
          <a:off x="1371600" y="1371600"/>
          <a:ext cx="7314840" cy="36576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2286000"/>
              </a:tblGrid>
              <a:tr h="7315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Difficulty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Usage Frequency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Create Slides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Easy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High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7315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Add Images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Easy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Medium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Format Text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Medium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High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7315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Create Charts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Hard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Medium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Thank You!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2071800" y="1828800"/>
            <a:ext cx="5000040" cy="17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This presentation was generated using: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dc0000"/>
                </a:solidFill>
                <a:latin typeface="Calibri"/>
              </a:rPr>
              <a:t>python-pptx Library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br>
              <a:rPr sz="1800"/>
            </a:b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github.com/sameer9860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2026-02-10T20:21:45Z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